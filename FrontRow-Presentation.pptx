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79391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r>
              <a:rPr lang="en-US" sz="6600" b="1" i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02920" y="2468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front row seats to the best events.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30632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discovery &amp; ticketing platform — discover concerts, festivals and live events,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instantly, check in with a QR code.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23360" y="3977640"/>
            <a:ext cx="1097280" cy="0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Berbecar David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Easy to Love, Hard to Run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3977640" cy="1664208"/>
          </a:xfrm>
          <a:prstGeom prst="roundRect">
            <a:avLst>
              <a:gd name="adj" fmla="val 384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45920"/>
            <a:ext cx="41148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105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discovery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17627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scattered across sites and feeds — easy to miss, hard to compare.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77640" cy="1664208"/>
          </a:xfrm>
          <a:prstGeom prst="roundRect">
            <a:avLst>
              <a:gd name="adj" fmla="val 384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645920"/>
            <a:ext cx="41148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8105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Fraud-prone ticketing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92040" y="217627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tickets and screenshots are forgeable and clunky at the door.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218688"/>
            <a:ext cx="3977640" cy="1664208"/>
          </a:xfrm>
          <a:prstGeom prst="roundRect">
            <a:avLst>
              <a:gd name="adj" fmla="val 384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493008"/>
            <a:ext cx="41148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6576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guidance after buying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wear, what is happening — attendees are on their own.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3218688"/>
            <a:ext cx="3977640" cy="1664208"/>
          </a:xfrm>
          <a:prstGeom prst="roundRect">
            <a:avLst>
              <a:gd name="adj" fmla="val 384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3493008"/>
            <a:ext cx="41148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36576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Organizers fly blind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892040" y="40233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view of sales, revenue or abusive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the Whole Event Lifecycle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173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FrontRow is a full-stack platform covering the entire journey — for attendees and organizers alike.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filters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892808" y="2788920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85416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85416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2295144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31136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231136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tickets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575304" y="2788920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867912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7912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0" name="Text 18"/>
          <p:cNvSpPr/>
          <p:nvPr/>
        </p:nvSpPr>
        <p:spPr>
          <a:xfrm>
            <a:off x="3977640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13632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913632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outfits &amp; chat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57800" y="2788920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550408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0408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6" name="Text 24"/>
          <p:cNvSpPr/>
          <p:nvPr/>
        </p:nvSpPr>
        <p:spPr>
          <a:xfrm>
            <a:off x="5660136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96128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596128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40296" y="2788920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232904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32904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278624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278624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stats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1605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Sides, One Platform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82829"/>
            <a:ext cx="3977640" cy="3401568"/>
          </a:xfrm>
          <a:prstGeom prst="roundRect">
            <a:avLst>
              <a:gd name="adj" fmla="val 1882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attendees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9808" y="2093976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299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search events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" y="2432304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368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ticket purchase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" y="2770632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0662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favorites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" y="3108960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0449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tickets in "My Tickets"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9808" y="3447288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383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outfit suggestions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9808" y="3785616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72160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community chat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9808" y="4123944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0599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 pool draws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49808" y="4462272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3982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event statistics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1371600"/>
            <a:ext cx="3977640" cy="3401568"/>
          </a:xfrm>
          <a:prstGeom prst="roundRect">
            <a:avLst>
              <a:gd name="adj" fmla="val 1882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1554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organizers &amp; admins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910328" y="2093976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0" y="20299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&amp; ticket management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10328" y="2432304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2368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 scanner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10328" y="2770632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0" y="270662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dashboard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910328" y="3108960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2" name="Text 30"/>
          <p:cNvSpPr/>
          <p:nvPr/>
        </p:nvSpPr>
        <p:spPr>
          <a:xfrm>
            <a:off x="5120640" y="30449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 draw launcher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10328" y="3447288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4" name="Text 32"/>
          <p:cNvSpPr/>
          <p:nvPr/>
        </p:nvSpPr>
        <p:spPr>
          <a:xfrm>
            <a:off x="5120640" y="3383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observations &amp; audit log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Booking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08760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filters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location, date range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85416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pagination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682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page prefetched in the background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70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dates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30449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ticket pools per event date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538728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47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availability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7216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synced from real ticket rows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215384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239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actions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43982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purchase, personal favorites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74920" y="1417320"/>
            <a:ext cx="3566160" cy="3337560"/>
          </a:xfrm>
          <a:prstGeom prst="roundRect">
            <a:avLst>
              <a:gd name="adj" fmla="val 1918"/>
            </a:avLst>
          </a:prstGeom>
          <a:solidFill>
            <a:srgbClr val="221D42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0" y="1645920"/>
            <a:ext cx="3108960" cy="960120"/>
          </a:xfrm>
          <a:prstGeom prst="roundRect">
            <a:avLst>
              <a:gd name="adj" fmla="val 4762"/>
            </a:avLst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0" y="1984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03520" y="2743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Arena Tour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303520" y="30449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Bucharest  ·  Jul 12 — Jul 14  ·  from $89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03520" y="33558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tickets available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303520" y="3840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6C5CE7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38862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NOW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95160" y="38862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03520" y="4361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Browsing stays instant — the next page is already cached.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Ticketing &amp; Door Check-In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17320"/>
            <a:ext cx="329184" cy="329184"/>
          </a:xfrm>
          <a:prstGeom prst="ellipse">
            <a:avLst/>
          </a:prstGeom>
          <a:solidFill>
            <a:srgbClr val="221D4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538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confirmed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691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check-in code is generated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093976"/>
            <a:ext cx="329184" cy="329184"/>
          </a:xfrm>
          <a:prstGeom prst="ellipse">
            <a:avLst/>
          </a:prstGeom>
          <a:solidFill>
            <a:srgbClr val="221D4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1305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0939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everywhere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368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in "My Tickets" and emailed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770632"/>
            <a:ext cx="329184" cy="329184"/>
          </a:xfrm>
          <a:prstGeom prst="ellipse">
            <a:avLst/>
          </a:prstGeom>
          <a:solidFill>
            <a:srgbClr val="221D4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0720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770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door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044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uploads or drags a photo of the QR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47288"/>
            <a:ext cx="329184" cy="329184"/>
          </a:xfrm>
          <a:prstGeom prst="ellipse">
            <a:avLst/>
          </a:prstGeom>
          <a:solidFill>
            <a:srgbClr val="221D4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8386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decoding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721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rotation and phone-camera quirks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1605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1239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scan wins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439826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check-in is blocked automatically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32120" y="1508760"/>
            <a:ext cx="1737360" cy="173736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0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7" name="Shape 25"/>
          <p:cNvSpPr/>
          <p:nvPr/>
        </p:nvSpPr>
        <p:spPr>
          <a:xfrm>
            <a:off x="5878286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8" name="Shape 26"/>
          <p:cNvSpPr/>
          <p:nvPr/>
        </p:nvSpPr>
        <p:spPr>
          <a:xfrm>
            <a:off x="6087291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9" name="Shape 27"/>
          <p:cNvSpPr/>
          <p:nvPr/>
        </p:nvSpPr>
        <p:spPr>
          <a:xfrm>
            <a:off x="6505303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0" name="Shape 28"/>
          <p:cNvSpPr/>
          <p:nvPr/>
        </p:nvSpPr>
        <p:spPr>
          <a:xfrm>
            <a:off x="6714309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1" name="Shape 29"/>
          <p:cNvSpPr/>
          <p:nvPr/>
        </p:nvSpPr>
        <p:spPr>
          <a:xfrm>
            <a:off x="6923314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0" y="1854926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3" name="Shape 31"/>
          <p:cNvSpPr/>
          <p:nvPr/>
        </p:nvSpPr>
        <p:spPr>
          <a:xfrm>
            <a:off x="6087291" y="1854926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4" name="Shape 32"/>
          <p:cNvSpPr/>
          <p:nvPr/>
        </p:nvSpPr>
        <p:spPr>
          <a:xfrm>
            <a:off x="6505303" y="1854926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5" name="Shape 33"/>
          <p:cNvSpPr/>
          <p:nvPr/>
        </p:nvSpPr>
        <p:spPr>
          <a:xfrm>
            <a:off x="6923314" y="1854926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6" name="Shape 34"/>
          <p:cNvSpPr/>
          <p:nvPr/>
        </p:nvSpPr>
        <p:spPr>
          <a:xfrm>
            <a:off x="5669280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7" name="Shape 35"/>
          <p:cNvSpPr/>
          <p:nvPr/>
        </p:nvSpPr>
        <p:spPr>
          <a:xfrm>
            <a:off x="5878286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8" name="Shape 36"/>
          <p:cNvSpPr/>
          <p:nvPr/>
        </p:nvSpPr>
        <p:spPr>
          <a:xfrm>
            <a:off x="6087291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9" name="Shape 37"/>
          <p:cNvSpPr/>
          <p:nvPr/>
        </p:nvSpPr>
        <p:spPr>
          <a:xfrm>
            <a:off x="6505303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0" name="Shape 38"/>
          <p:cNvSpPr/>
          <p:nvPr/>
        </p:nvSpPr>
        <p:spPr>
          <a:xfrm>
            <a:off x="6714309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1" name="Shape 39"/>
          <p:cNvSpPr/>
          <p:nvPr/>
        </p:nvSpPr>
        <p:spPr>
          <a:xfrm>
            <a:off x="6923314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2" name="Shape 40"/>
          <p:cNvSpPr/>
          <p:nvPr/>
        </p:nvSpPr>
        <p:spPr>
          <a:xfrm>
            <a:off x="5878286" y="2481943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3" name="Shape 41"/>
          <p:cNvSpPr/>
          <p:nvPr/>
        </p:nvSpPr>
        <p:spPr>
          <a:xfrm>
            <a:off x="6296297" y="2481943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4" name="Shape 42"/>
          <p:cNvSpPr/>
          <p:nvPr/>
        </p:nvSpPr>
        <p:spPr>
          <a:xfrm>
            <a:off x="6714309" y="2481943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5" name="Shape 43"/>
          <p:cNvSpPr/>
          <p:nvPr/>
        </p:nvSpPr>
        <p:spPr>
          <a:xfrm>
            <a:off x="5669280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6" name="Shape 44"/>
          <p:cNvSpPr/>
          <p:nvPr/>
        </p:nvSpPr>
        <p:spPr>
          <a:xfrm>
            <a:off x="6087291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7" name="Shape 45"/>
          <p:cNvSpPr/>
          <p:nvPr/>
        </p:nvSpPr>
        <p:spPr>
          <a:xfrm>
            <a:off x="6296297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8" name="Shape 46"/>
          <p:cNvSpPr/>
          <p:nvPr/>
        </p:nvSpPr>
        <p:spPr>
          <a:xfrm>
            <a:off x="6505303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9" name="Shape 47"/>
          <p:cNvSpPr/>
          <p:nvPr/>
        </p:nvSpPr>
        <p:spPr>
          <a:xfrm>
            <a:off x="6923314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0" name="Shape 48"/>
          <p:cNvSpPr/>
          <p:nvPr/>
        </p:nvSpPr>
        <p:spPr>
          <a:xfrm>
            <a:off x="5669280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1" name="Shape 49"/>
          <p:cNvSpPr/>
          <p:nvPr/>
        </p:nvSpPr>
        <p:spPr>
          <a:xfrm>
            <a:off x="5878286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2" name="Shape 50"/>
          <p:cNvSpPr/>
          <p:nvPr/>
        </p:nvSpPr>
        <p:spPr>
          <a:xfrm>
            <a:off x="6296297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3" name="Shape 51"/>
          <p:cNvSpPr/>
          <p:nvPr/>
        </p:nvSpPr>
        <p:spPr>
          <a:xfrm>
            <a:off x="6714309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4" name="Shape 52"/>
          <p:cNvSpPr/>
          <p:nvPr/>
        </p:nvSpPr>
        <p:spPr>
          <a:xfrm>
            <a:off x="6923314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5" name="Text 53"/>
          <p:cNvSpPr/>
          <p:nvPr/>
        </p:nvSpPr>
        <p:spPr>
          <a:xfrm>
            <a:off x="507492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unique code per purchase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5074920" y="3840480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074920" y="3840480"/>
            <a:ext cx="2651760" cy="54864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58" name="Text 56"/>
          <p:cNvSpPr/>
          <p:nvPr/>
        </p:nvSpPr>
        <p:spPr>
          <a:xfrm>
            <a:off x="5257800" y="3931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— checked in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074920" y="4389120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74920" y="4389120"/>
            <a:ext cx="2651760" cy="54864"/>
          </a:xfrm>
          <a:prstGeom prst="rect">
            <a:avLst/>
          </a:prstGeom>
          <a:solidFill>
            <a:srgbClr val="E84393"/>
          </a:solidFill>
          <a:ln/>
        </p:spPr>
      </p:sp>
      <p:sp>
        <p:nvSpPr>
          <p:cNvPr id="61" name="Text 59"/>
          <p:cNvSpPr/>
          <p:nvPr/>
        </p:nvSpPr>
        <p:spPr>
          <a:xfrm>
            <a:off x="5257800" y="4480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3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used — rejected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 Pool Draw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08760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launches a draw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event, prize and countdown duration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85416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it live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6829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popup broadcast to every device over WebSockets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706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opt-in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30449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to enter — one entry per user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538728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472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odds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7216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chances scale with tickets purchased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215384"/>
            <a:ext cx="274320" cy="54864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239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drawn automatically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43982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QR ticket lands straight in My Tickets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349240" y="1463040"/>
            <a:ext cx="2240280" cy="2240280"/>
          </a:xfrm>
          <a:prstGeom prst="pie">
            <a:avLst>
              <a:gd name="adj1" fmla="val 0"/>
              <a:gd name="adj2" fmla="val 3600000"/>
            </a:avLst>
          </a:prstGeom>
          <a:solidFill>
            <a:srgbClr val="6C5CE7"/>
          </a:solidFill>
          <a:ln w="19050">
            <a:solidFill>
              <a:srgbClr val="0D0B1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49240" y="1463040"/>
            <a:ext cx="2240280" cy="2240280"/>
          </a:xfrm>
          <a:prstGeom prst="pie">
            <a:avLst>
              <a:gd name="adj1" fmla="val 3600000"/>
              <a:gd name="adj2" fmla="val 7200000"/>
            </a:avLst>
          </a:prstGeom>
          <a:solidFill>
            <a:srgbClr val="E84393"/>
          </a:solidFill>
          <a:ln w="19050">
            <a:solidFill>
              <a:srgbClr val="0D0B1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49240" y="1463040"/>
            <a:ext cx="2240280" cy="2240280"/>
          </a:xfrm>
          <a:prstGeom prst="pie">
            <a:avLst>
              <a:gd name="adj1" fmla="val 7200000"/>
              <a:gd name="adj2" fmla="val 10800000"/>
            </a:avLst>
          </a:prstGeom>
          <a:solidFill>
            <a:srgbClr val="00B894"/>
          </a:solidFill>
          <a:ln w="19050">
            <a:solidFill>
              <a:srgbClr val="0D0B1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49240" y="1463040"/>
            <a:ext cx="2240280" cy="2240280"/>
          </a:xfrm>
          <a:prstGeom prst="pie">
            <a:avLst>
              <a:gd name="adj1" fmla="val 10800000"/>
              <a:gd name="adj2" fmla="val 14400000"/>
            </a:avLst>
          </a:prstGeom>
          <a:solidFill>
            <a:srgbClr val="A29BFE"/>
          </a:solidFill>
          <a:ln w="19050">
            <a:solidFill>
              <a:srgbClr val="0D0B1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49240" y="1463040"/>
            <a:ext cx="2240280" cy="2240280"/>
          </a:xfrm>
          <a:prstGeom prst="pie">
            <a:avLst>
              <a:gd name="adj1" fmla="val 14400000"/>
              <a:gd name="adj2" fmla="val 18000000"/>
            </a:avLst>
          </a:prstGeom>
          <a:solidFill>
            <a:srgbClr val="0984E3"/>
          </a:solidFill>
          <a:ln w="19050">
            <a:solidFill>
              <a:srgbClr val="0D0B1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49240" y="1463040"/>
            <a:ext cx="2240280" cy="2240280"/>
          </a:xfrm>
          <a:prstGeom prst="pie">
            <a:avLst>
              <a:gd name="adj1" fmla="val 18000000"/>
              <a:gd name="adj2" fmla="val 21600000"/>
            </a:avLst>
          </a:prstGeom>
          <a:solidFill>
            <a:srgbClr val="E17055"/>
          </a:solidFill>
          <a:ln w="19050">
            <a:solidFill>
              <a:srgbClr val="0D0B1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3932" y="2427732"/>
            <a:ext cx="310896" cy="310896"/>
          </a:xfrm>
          <a:prstGeom prst="ellipse">
            <a:avLst/>
          </a:prstGeom>
          <a:solidFill>
            <a:srgbClr val="0D0B1E"/>
          </a:solidFill>
          <a:ln w="25400">
            <a:solidFill>
              <a:srgbClr val="6C5CE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6350508" y="1371600"/>
            <a:ext cx="237744" cy="237744"/>
          </a:xfrm>
          <a:prstGeom prst="triangle">
            <a:avLst/>
          </a:prstGeom>
          <a:solidFill>
            <a:srgbClr val="E84393"/>
          </a:solidFill>
          <a:ln w="12700">
            <a:solidFill>
              <a:srgbClr val="0D0B1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4920" y="382219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wheel spins live on every screen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166360" y="4160520"/>
            <a:ext cx="2606040" cy="420624"/>
          </a:xfrm>
          <a:prstGeom prst="roundRect">
            <a:avLst>
              <a:gd name="adj" fmla="val 15217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66360" y="4160520"/>
            <a:ext cx="2606040" cy="54864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31" name="Text 29"/>
          <p:cNvSpPr/>
          <p:nvPr/>
        </p:nvSpPr>
        <p:spPr>
          <a:xfrm>
            <a:off x="5303520" y="4251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— free ticket issued automatically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77316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Inside the Product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17320"/>
            <a:ext cx="2587752" cy="30175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Outfit suggestions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looks per event category and style — top and bottom, with images.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3886200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links: H&amp;M  ·  Zara  ·  ASOS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78124" y="1417320"/>
            <a:ext cx="2587752" cy="30175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78124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3461004" y="1645920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moderation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61004" y="224028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message is classified for toxicity before it reaches the room.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61004" y="3886200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above 80% confidence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53328" y="1417320"/>
            <a:ext cx="2587752" cy="30175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53328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7" name="Text 15"/>
          <p:cNvSpPr/>
          <p:nvPr/>
        </p:nvSpPr>
        <p:spPr>
          <a:xfrm>
            <a:off x="6236208" y="1645920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narratives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36208" y="224028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AI explanations of flagged user activity, for admins.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36208" y="3886200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in the observation list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46177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&amp; Insights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17320"/>
            <a:ext cx="2587752" cy="32461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lobby chat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chat over WebSockets, persisted in MongoDB.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78124" y="1417320"/>
            <a:ext cx="2587752" cy="32461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78124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3461004" y="16459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statistics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61004" y="20574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dashboard — pie and bar charts of what is happening.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53328" y="1417320"/>
            <a:ext cx="2587752" cy="32461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53328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6459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36208" y="20574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cached locally; actions queued and synced when back online.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154680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221D42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" y="32095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at the show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25880" y="363931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6C5CE7"/>
          </a:solidFill>
          <a:ln/>
        </p:spPr>
      </p:sp>
      <p:sp>
        <p:nvSpPr>
          <p:cNvPr id="20" name="Text 18"/>
          <p:cNvSpPr/>
          <p:nvPr/>
        </p:nvSpPr>
        <p:spPr>
          <a:xfrm>
            <a:off x="1435608" y="36941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row, obviously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98164" y="3749040"/>
            <a:ext cx="292608" cy="411480"/>
          </a:xfrm>
          <a:prstGeom prst="rect">
            <a:avLst/>
          </a:prstGeom>
          <a:solidFill>
            <a:srgbClr val="221D42"/>
          </a:solidFill>
          <a:ln/>
        </p:spPr>
      </p:sp>
      <p:sp>
        <p:nvSpPr>
          <p:cNvPr id="22" name="Shape 20"/>
          <p:cNvSpPr/>
          <p:nvPr/>
        </p:nvSpPr>
        <p:spPr>
          <a:xfrm>
            <a:off x="4055364" y="3383280"/>
            <a:ext cx="292608" cy="777240"/>
          </a:xfrm>
          <a:prstGeom prst="rect">
            <a:avLst/>
          </a:prstGeom>
          <a:solidFill>
            <a:srgbClr val="221D42"/>
          </a:solidFill>
          <a:ln/>
        </p:spPr>
      </p:sp>
      <p:sp>
        <p:nvSpPr>
          <p:cNvPr id="23" name="Shape 21"/>
          <p:cNvSpPr/>
          <p:nvPr/>
        </p:nvSpPr>
        <p:spPr>
          <a:xfrm>
            <a:off x="4512564" y="3611880"/>
            <a:ext cx="292608" cy="548640"/>
          </a:xfrm>
          <a:prstGeom prst="rect">
            <a:avLst/>
          </a:prstGeom>
          <a:solidFill>
            <a:srgbClr val="221D42"/>
          </a:solidFill>
          <a:ln/>
        </p:spPr>
      </p:sp>
      <p:sp>
        <p:nvSpPr>
          <p:cNvPr id="24" name="Shape 22"/>
          <p:cNvSpPr/>
          <p:nvPr/>
        </p:nvSpPr>
        <p:spPr>
          <a:xfrm>
            <a:off x="4969764" y="3200400"/>
            <a:ext cx="292608" cy="9601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5" name="Text 23"/>
          <p:cNvSpPr/>
          <p:nvPr/>
        </p:nvSpPr>
        <p:spPr>
          <a:xfrm>
            <a:off x="6236208" y="3520440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action  →  queued  →  synced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36208" y="3931920"/>
            <a:ext cx="2194560" cy="0"/>
          </a:xfrm>
          <a:prstGeom prst="line">
            <a:avLst/>
          </a:prstGeom>
          <a:noFill/>
          <a:ln w="19050">
            <a:solidFill>
              <a:srgbClr val="6C5CE7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236208" y="4041648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connection required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Trust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093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556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sessions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1031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window + rotating refresh tokens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8124" y="13716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1004" y="16093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3461004" y="17556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2FA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61004" y="21031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code required on registration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3716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6208" y="16093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7556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sign-in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36208" y="21031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and GitHub via Passport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2004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34381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5844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&amp; permissions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39319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access control per endpoint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78124" y="32004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61004" y="34381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3" name="Text 21"/>
          <p:cNvSpPr/>
          <p:nvPr/>
        </p:nvSpPr>
        <p:spPr>
          <a:xfrm>
            <a:off x="3461004" y="35844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detection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61004" y="39319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spikes and privilege probing auto-flagged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53328" y="32004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36208" y="34381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7" name="Text 25"/>
          <p:cNvSpPr/>
          <p:nvPr/>
        </p:nvSpPr>
        <p:spPr>
          <a:xfrm>
            <a:off x="6236208" y="35844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+ HTTPS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36208" y="39319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authenticated action recorded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ORGANIZERS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Organizer Tools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37160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910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dashboard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938528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totals and purchase history at a glance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8124" y="137160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78124" y="137160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3461004" y="15910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scanner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61004" y="1938528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tickets at the door in seconds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37160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53328" y="137160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5910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36208" y="1938528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users with AI-written narratives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200400"/>
            <a:ext cx="2587752" cy="1417320"/>
          </a:xfrm>
          <a:prstGeom prst="roundRect">
            <a:avLst>
              <a:gd name="adj" fmla="val 451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20040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4198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&amp; ticket management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3767328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create / update / delete with server-side validation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78124" y="3200400"/>
            <a:ext cx="2587752" cy="1417320"/>
          </a:xfrm>
          <a:prstGeom prst="roundRect">
            <a:avLst>
              <a:gd name="adj" fmla="val 451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8124" y="320040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3" name="Text 21"/>
          <p:cNvSpPr/>
          <p:nvPr/>
        </p:nvSpPr>
        <p:spPr>
          <a:xfrm>
            <a:off x="3461004" y="34198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 draw launcher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61004" y="3767328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timed draws and review past winners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53328" y="3200400"/>
            <a:ext cx="2587752" cy="1417320"/>
          </a:xfrm>
          <a:prstGeom prst="roundRect">
            <a:avLst>
              <a:gd name="adj" fmla="val 451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53328" y="320040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7" name="Text 25"/>
          <p:cNvSpPr/>
          <p:nvPr/>
        </p:nvSpPr>
        <p:spPr>
          <a:xfrm>
            <a:off x="6236208" y="34198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simulator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36208" y="3767328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suspicious behavior live to showcase detection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3977640" cy="3401568"/>
          </a:xfrm>
          <a:prstGeom prst="roundRect">
            <a:avLst>
              <a:gd name="adj" fmla="val 1882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9808" y="2121408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" y="2651760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" y="25877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49808" y="3182112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" y="311810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 visualizations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9808" y="3712464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1033272" y="364845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Modules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9808" y="4242816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33272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Tested: Vitest · Testing Library · Playwright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371600"/>
            <a:ext cx="3977640" cy="3401568"/>
          </a:xfrm>
          <a:prstGeom prst="roundRect">
            <a:avLst>
              <a:gd name="adj" fmla="val 1882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554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910328" y="2121408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0" name="Text 18"/>
          <p:cNvSpPr/>
          <p:nvPr/>
        </p:nvSpPr>
        <p:spPr>
          <a:xfrm>
            <a:off x="519379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5 — layered: routes / controllers / services / repositories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10328" y="2651760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5193792" y="25877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(Sequelize) · MongoDB for chat &amp; logs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10328" y="3182112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4" name="Text 22"/>
          <p:cNvSpPr/>
          <p:nvPr/>
        </p:nvSpPr>
        <p:spPr>
          <a:xfrm>
            <a:off x="5193792" y="311810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GraphQL alongside REST · WebSockets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10328" y="3712464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6" name="Text 24"/>
          <p:cNvSpPr/>
          <p:nvPr/>
        </p:nvSpPr>
        <p:spPr>
          <a:xfrm>
            <a:off x="5193792" y="364845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(local + OAuth) · Hugging Face inference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10328" y="4242816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8" name="Text 26"/>
          <p:cNvSpPr/>
          <p:nvPr/>
        </p:nvSpPr>
        <p:spPr>
          <a:xfrm>
            <a:off x="5193792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Tested: Jest · Supertest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682496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r>
              <a:rPr lang="en-US" sz="5600" b="1" i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02920" y="2688336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front row seats to the best events.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703320" y="37033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775</Words>
  <Application>Microsoft Macintosh PowerPoint</Application>
  <PresentationFormat>On-screen Show (16:9)</PresentationFormat>
  <Paragraphs>187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FrontRow — Product Presentation</dc:title>
  <dc:subject>PptxGenJS Presentation</dc:subject>
  <dc:creator>FrontRow</dc:creator>
  <cp:lastModifiedBy>Berbecar David</cp:lastModifiedBy>
  <cp:revision>2</cp:revision>
  <dcterms:created xsi:type="dcterms:W3CDTF">2026-06-12T15:45:20Z</dcterms:created>
  <dcterms:modified xsi:type="dcterms:W3CDTF">2026-06-12T15:51:28Z</dcterms:modified>
</cp:coreProperties>
</file>