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908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r>
              <a:rPr lang="en-US" sz="6600" b="1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front row seats to the best events.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3063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discovery &amp; ticketing platform — discover concerts, festivals and live events,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instantly, check in with a QR code.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3977640"/>
            <a:ext cx="1097280" cy="0"/>
          </a:xfrm>
          <a:prstGeom prst="line">
            <a:avLst/>
          </a:prstGeom>
          <a:noFill/>
          <a:ln w="19050">
            <a:solidFill>
              <a:srgbClr val="6C5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1605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Berbecar David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Easy to Love, Hard to Run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3977640" cy="1664208"/>
          </a:xfrm>
          <a:prstGeom prst="roundRect">
            <a:avLst>
              <a:gd name="adj" fmla="val 3846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41148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05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scattered across sites and feeds — easy to miss, hard to compare.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77640" cy="1664208"/>
          </a:xfrm>
          <a:prstGeom prst="roundRect">
            <a:avLst>
              <a:gd name="adj" fmla="val 3846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645920"/>
            <a:ext cx="41148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105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Fraud-prone ticketing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17627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tickets and screenshots are forgeable and clunky at the door.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18688"/>
            <a:ext cx="3977640" cy="1664208"/>
          </a:xfrm>
          <a:prstGeom prst="roundRect">
            <a:avLst>
              <a:gd name="adj" fmla="val 3846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93008"/>
            <a:ext cx="41148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guidance after buying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wear, what is happening — attendees are on their own.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218688"/>
            <a:ext cx="3977640" cy="1664208"/>
          </a:xfrm>
          <a:prstGeom prst="roundRect">
            <a:avLst>
              <a:gd name="adj" fmla="val 3846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3493008"/>
            <a:ext cx="41148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6576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fly blind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40233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view of sales, revenue or abusive behavior.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the Whole Event Lifecycle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FrontRow is a full-stack platform covering the entire journey — for attendees and organizers alike.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1408176" cy="1417320"/>
          </a:xfrm>
          <a:prstGeom prst="roundRect">
            <a:avLst>
              <a:gd name="adj" fmla="val 4545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1408176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92808" y="278892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85416" y="2331720"/>
            <a:ext cx="1408176" cy="1417320"/>
          </a:xfrm>
          <a:prstGeom prst="roundRect">
            <a:avLst>
              <a:gd name="adj" fmla="val 4545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85416" y="2331720"/>
            <a:ext cx="1408176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2295144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31136" y="278892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31136" y="310896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tickets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75304" y="278892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67912" y="2331720"/>
            <a:ext cx="1408176" cy="1417320"/>
          </a:xfrm>
          <a:prstGeom prst="roundRect">
            <a:avLst>
              <a:gd name="adj" fmla="val 4545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7912" y="2331720"/>
            <a:ext cx="1408176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397764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13632" y="278892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13632" y="310896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outfits &amp; chat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57800" y="278892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50408" y="2331720"/>
            <a:ext cx="1408176" cy="1417320"/>
          </a:xfrm>
          <a:prstGeom prst="roundRect">
            <a:avLst>
              <a:gd name="adj" fmla="val 4545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0408" y="2331720"/>
            <a:ext cx="1408176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5660136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78892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96128" y="310896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40296" y="278892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32904" y="2331720"/>
            <a:ext cx="1408176" cy="1417320"/>
          </a:xfrm>
          <a:prstGeom prst="roundRect">
            <a:avLst>
              <a:gd name="adj" fmla="val 4545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2904" y="2331720"/>
            <a:ext cx="1408176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2" name="Text 30"/>
          <p:cNvSpPr/>
          <p:nvPr/>
        </p:nvSpPr>
        <p:spPr>
          <a:xfrm>
            <a:off x="7342632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78624" y="278892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78624" y="310896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stats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160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lives in the same product — one account, one source of truth.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Sides, One Platform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3977640" cy="3401568"/>
          </a:xfrm>
          <a:prstGeom prst="roundRect">
            <a:avLst>
              <a:gd name="adj" fmla="val 1882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attendees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2093976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299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events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478024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140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ticket purchase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2862072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980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favorites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3246120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1821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tickets in "My Tickets"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3630168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566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outfit suggestions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4014216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9502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community chat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4398264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3342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event statistics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977640" cy="3401568"/>
          </a:xfrm>
          <a:prstGeom prst="roundRect">
            <a:avLst>
              <a:gd name="adj" fmla="val 1882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554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organizers &amp; admins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910328" y="2093976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0299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ticket management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0328" y="2478024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4140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 scanner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10328" y="2862072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7980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10328" y="3246120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1821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observations &amp; audit log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Booking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27432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location, date range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85416"/>
            <a:ext cx="27432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pagination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68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page prefetched in the background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62072"/>
            <a:ext cx="27432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70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ticket pools per event 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38728"/>
            <a:ext cx="27432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21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synced from real ticket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215384"/>
            <a:ext cx="27432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23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398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purchase, personal favorites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1417320"/>
            <a:ext cx="3566160" cy="3337560"/>
          </a:xfrm>
          <a:prstGeom prst="roundRect">
            <a:avLst>
              <a:gd name="adj" fmla="val 1918"/>
            </a:avLst>
          </a:prstGeom>
          <a:solidFill>
            <a:srgbClr val="221D42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64592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Arena Tour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3044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Bucharest  ·  Jul 12 — Jul 14  ·  from $89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3355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tickets available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840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6C5CE7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886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38862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4361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stays instant — the next page is already cached.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Ticketing &amp; Door Check-In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329184" cy="329184"/>
          </a:xfrm>
          <a:prstGeom prst="ellipse">
            <a:avLst/>
          </a:prstGeom>
          <a:solidFill>
            <a:srgbClr val="221D4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538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confirmed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check-in code is generated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93976"/>
            <a:ext cx="329184" cy="329184"/>
          </a:xfrm>
          <a:prstGeom prst="ellipse">
            <a:avLst/>
          </a:prstGeom>
          <a:solidFill>
            <a:srgbClr val="221D4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05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everywhere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368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in "My Tickets" and emailed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70632"/>
            <a:ext cx="329184" cy="329184"/>
          </a:xfrm>
          <a:prstGeom prst="ellipse">
            <a:avLst/>
          </a:prstGeom>
          <a:solidFill>
            <a:srgbClr val="221D4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072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door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 or drags a photo of the QR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47288"/>
            <a:ext cx="329184" cy="329184"/>
          </a:xfrm>
          <a:prstGeom prst="ellipse">
            <a:avLst/>
          </a:prstGeom>
          <a:solidFill>
            <a:srgbClr val="221D4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838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decoding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rotation and phone-camera quirks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23944"/>
            <a:ext cx="329184" cy="32918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05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123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scan wins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398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check-in is blocked automatically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1508760"/>
            <a:ext cx="17373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0" y="1645920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Shape 25"/>
          <p:cNvSpPr/>
          <p:nvPr/>
        </p:nvSpPr>
        <p:spPr>
          <a:xfrm>
            <a:off x="5878286" y="1645920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Shape 26"/>
          <p:cNvSpPr/>
          <p:nvPr/>
        </p:nvSpPr>
        <p:spPr>
          <a:xfrm>
            <a:off x="6087291" y="1645920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5303" y="1645920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6714309" y="1645920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Shape 29"/>
          <p:cNvSpPr/>
          <p:nvPr/>
        </p:nvSpPr>
        <p:spPr>
          <a:xfrm>
            <a:off x="6923314" y="1645920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0" y="1854926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Shape 31"/>
          <p:cNvSpPr/>
          <p:nvPr/>
        </p:nvSpPr>
        <p:spPr>
          <a:xfrm>
            <a:off x="6087291" y="1854926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5303" y="1854926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Shape 33"/>
          <p:cNvSpPr/>
          <p:nvPr/>
        </p:nvSpPr>
        <p:spPr>
          <a:xfrm>
            <a:off x="6923314" y="1854926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0" y="2063931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7" name="Shape 35"/>
          <p:cNvSpPr/>
          <p:nvPr/>
        </p:nvSpPr>
        <p:spPr>
          <a:xfrm>
            <a:off x="5878286" y="2063931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8" name="Shape 36"/>
          <p:cNvSpPr/>
          <p:nvPr/>
        </p:nvSpPr>
        <p:spPr>
          <a:xfrm>
            <a:off x="6087291" y="2063931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Shape 37"/>
          <p:cNvSpPr/>
          <p:nvPr/>
        </p:nvSpPr>
        <p:spPr>
          <a:xfrm>
            <a:off x="6505303" y="2063931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0" name="Shape 38"/>
          <p:cNvSpPr/>
          <p:nvPr/>
        </p:nvSpPr>
        <p:spPr>
          <a:xfrm>
            <a:off x="6714309" y="2063931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1" name="Shape 39"/>
          <p:cNvSpPr/>
          <p:nvPr/>
        </p:nvSpPr>
        <p:spPr>
          <a:xfrm>
            <a:off x="6923314" y="2063931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2" name="Shape 40"/>
          <p:cNvSpPr/>
          <p:nvPr/>
        </p:nvSpPr>
        <p:spPr>
          <a:xfrm>
            <a:off x="5878286" y="2481943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3" name="Shape 41"/>
          <p:cNvSpPr/>
          <p:nvPr/>
        </p:nvSpPr>
        <p:spPr>
          <a:xfrm>
            <a:off x="6296297" y="2481943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4" name="Shape 42"/>
          <p:cNvSpPr/>
          <p:nvPr/>
        </p:nvSpPr>
        <p:spPr>
          <a:xfrm>
            <a:off x="6714309" y="2481943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5" name="Shape 43"/>
          <p:cNvSpPr/>
          <p:nvPr/>
        </p:nvSpPr>
        <p:spPr>
          <a:xfrm>
            <a:off x="5669280" y="2690949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6" name="Shape 44"/>
          <p:cNvSpPr/>
          <p:nvPr/>
        </p:nvSpPr>
        <p:spPr>
          <a:xfrm>
            <a:off x="6087291" y="2690949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7" name="Shape 45"/>
          <p:cNvSpPr/>
          <p:nvPr/>
        </p:nvSpPr>
        <p:spPr>
          <a:xfrm>
            <a:off x="6296297" y="2690949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8" name="Shape 46"/>
          <p:cNvSpPr/>
          <p:nvPr/>
        </p:nvSpPr>
        <p:spPr>
          <a:xfrm>
            <a:off x="6505303" y="2690949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9" name="Shape 47"/>
          <p:cNvSpPr/>
          <p:nvPr/>
        </p:nvSpPr>
        <p:spPr>
          <a:xfrm>
            <a:off x="6923314" y="2690949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0" name="Shape 48"/>
          <p:cNvSpPr/>
          <p:nvPr/>
        </p:nvSpPr>
        <p:spPr>
          <a:xfrm>
            <a:off x="5669280" y="2899954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1" name="Shape 49"/>
          <p:cNvSpPr/>
          <p:nvPr/>
        </p:nvSpPr>
        <p:spPr>
          <a:xfrm>
            <a:off x="5878286" y="2899954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2" name="Shape 50"/>
          <p:cNvSpPr/>
          <p:nvPr/>
        </p:nvSpPr>
        <p:spPr>
          <a:xfrm>
            <a:off x="6296297" y="2899954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3" name="Shape 51"/>
          <p:cNvSpPr/>
          <p:nvPr/>
        </p:nvSpPr>
        <p:spPr>
          <a:xfrm>
            <a:off x="6714309" y="2899954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4" name="Shape 52"/>
          <p:cNvSpPr/>
          <p:nvPr/>
        </p:nvSpPr>
        <p:spPr>
          <a:xfrm>
            <a:off x="6923314" y="2899954"/>
            <a:ext cx="190718" cy="19071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5" name="Text 53"/>
          <p:cNvSpPr/>
          <p:nvPr/>
        </p:nvSpPr>
        <p:spPr>
          <a:xfrm>
            <a:off x="507492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unique code per purchase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74920" y="3840480"/>
            <a:ext cx="2651760" cy="420624"/>
          </a:xfrm>
          <a:prstGeom prst="roundRect">
            <a:avLst>
              <a:gd name="adj" fmla="val 15217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74920" y="384048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8" name="Text 56"/>
          <p:cNvSpPr/>
          <p:nvPr/>
        </p:nvSpPr>
        <p:spPr>
          <a:xfrm>
            <a:off x="525780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— checked in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074920" y="4389120"/>
            <a:ext cx="2651760" cy="420624"/>
          </a:xfrm>
          <a:prstGeom prst="roundRect">
            <a:avLst>
              <a:gd name="adj" fmla="val 15217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74920" y="4389120"/>
            <a:ext cx="2651760" cy="54864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61" name="Text 59"/>
          <p:cNvSpPr/>
          <p:nvPr/>
        </p:nvSpPr>
        <p:spPr>
          <a:xfrm>
            <a:off x="5257800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used — rejected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 the Product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2587752" cy="3017520"/>
          </a:xfrm>
          <a:prstGeom prst="roundRect">
            <a:avLst>
              <a:gd name="adj" fmla="val 2473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2221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suggestions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looks per event category and style — top and bottom, with images.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links: H&amp;M  ·  Zara  ·  ASOS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8124" y="1417320"/>
            <a:ext cx="2587752" cy="3017520"/>
          </a:xfrm>
          <a:prstGeom prst="roundRect">
            <a:avLst>
              <a:gd name="adj" fmla="val 2473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8124" y="141732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3461004" y="1645920"/>
            <a:ext cx="2221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61004" y="22402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classified for toxicity before it reaches the room.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61004" y="388620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above 80% confidence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53328" y="1417320"/>
            <a:ext cx="2587752" cy="3017520"/>
          </a:xfrm>
          <a:prstGeom prst="roundRect">
            <a:avLst>
              <a:gd name="adj" fmla="val 2473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41732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645920"/>
            <a:ext cx="2221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narratives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22402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AI explanations of flagged user activity, for admins.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36208" y="388620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the observation list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Hugging Face zero-shot inference — graceful fallback when unavailable.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Insights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2587752" cy="3246120"/>
          </a:xfrm>
          <a:prstGeom prst="roundRect">
            <a:avLst>
              <a:gd name="adj" fmla="val 2473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lobby chat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over WebSockets, persisted in MongoDB.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8124" y="1417320"/>
            <a:ext cx="2587752" cy="3246120"/>
          </a:xfrm>
          <a:prstGeom prst="roundRect">
            <a:avLst>
              <a:gd name="adj" fmla="val 2473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8124" y="141732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3461004" y="164592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statistics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61004" y="205740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dashboard — pie and bar charts of what is happening.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417320"/>
            <a:ext cx="2587752" cy="3246120"/>
          </a:xfrm>
          <a:prstGeom prst="roundRect">
            <a:avLst>
              <a:gd name="adj" fmla="val 2473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141732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64592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36208" y="205740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cached locally; actions queued and synced when back online.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154680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221D42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209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at the show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" y="363931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1435608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row, obviously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98164" y="3749040"/>
            <a:ext cx="292608" cy="411480"/>
          </a:xfrm>
          <a:prstGeom prst="rect">
            <a:avLst/>
          </a:prstGeom>
          <a:solidFill>
            <a:srgbClr val="221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4055364" y="3383280"/>
            <a:ext cx="292608" cy="777240"/>
          </a:xfrm>
          <a:prstGeom prst="rect">
            <a:avLst/>
          </a:prstGeom>
          <a:solidFill>
            <a:srgbClr val="221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12564" y="3611880"/>
            <a:ext cx="292608" cy="548640"/>
          </a:xfrm>
          <a:prstGeom prst="rect">
            <a:avLst/>
          </a:prstGeom>
          <a:solidFill>
            <a:srgbClr val="221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4969764" y="3200400"/>
            <a:ext cx="292608" cy="9601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352044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action  →  queued  →  synced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36208" y="3931920"/>
            <a:ext cx="2194560" cy="0"/>
          </a:xfrm>
          <a:prstGeom prst="line">
            <a:avLst/>
          </a:prstGeom>
          <a:noFill/>
          <a:ln w="19050">
            <a:solidFill>
              <a:srgbClr val="6C5CE7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236208" y="40416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required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2587752" cy="1645920"/>
          </a:xfrm>
          <a:prstGeom prst="roundRect">
            <a:avLst>
              <a:gd name="adj" fmla="val 3889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9344"/>
            <a:ext cx="3200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5564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+ rotating refresh tokens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8124" y="1371600"/>
            <a:ext cx="2587752" cy="1645920"/>
          </a:xfrm>
          <a:prstGeom prst="roundRect">
            <a:avLst>
              <a:gd name="adj" fmla="val 3889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1004" y="1609344"/>
            <a:ext cx="3200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3461004" y="175564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2FA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61004" y="210312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code required on registration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371600"/>
            <a:ext cx="2587752" cy="1645920"/>
          </a:xfrm>
          <a:prstGeom prst="roundRect">
            <a:avLst>
              <a:gd name="adj" fmla="val 3889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609344"/>
            <a:ext cx="3200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75564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sign-in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210312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GitHub via Passport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00400"/>
            <a:ext cx="2587752" cy="1645920"/>
          </a:xfrm>
          <a:prstGeom prst="roundRect">
            <a:avLst>
              <a:gd name="adj" fmla="val 3889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438144"/>
            <a:ext cx="3200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8444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93192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access control per endpoint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78124" y="3200400"/>
            <a:ext cx="2587752" cy="1645920"/>
          </a:xfrm>
          <a:prstGeom prst="roundRect">
            <a:avLst>
              <a:gd name="adj" fmla="val 3889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61004" y="3438144"/>
            <a:ext cx="3200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3461004" y="358444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61004" y="393192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spikes and privilege probing auto-flagged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53328" y="3200400"/>
            <a:ext cx="2587752" cy="1645920"/>
          </a:xfrm>
          <a:prstGeom prst="roundRect">
            <a:avLst>
              <a:gd name="adj" fmla="val 3889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3438144"/>
            <a:ext cx="3200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58444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HTTPS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36208" y="393192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authenticated action recorded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Organizer Tools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2587752" cy="1600200"/>
          </a:xfrm>
          <a:prstGeom prst="roundRect">
            <a:avLst>
              <a:gd name="adj" fmla="val 4000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910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38528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totals and purchase history at a glance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8124" y="1371600"/>
            <a:ext cx="2587752" cy="1600200"/>
          </a:xfrm>
          <a:prstGeom prst="roundRect">
            <a:avLst>
              <a:gd name="adj" fmla="val 4000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8124" y="137160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3461004" y="15910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scanner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61004" y="1938528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tickets at the door in seconds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371600"/>
            <a:ext cx="2587752" cy="1600200"/>
          </a:xfrm>
          <a:prstGeom prst="roundRect">
            <a:avLst>
              <a:gd name="adj" fmla="val 4000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1371600"/>
            <a:ext cx="25877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5910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938528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users with AI-written narratives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0040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200400"/>
            <a:ext cx="39776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ticket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7673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create / update / delete with server-side validation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200400"/>
            <a:ext cx="39776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simulator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7673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suspicious behavior live to showcase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515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3977640" cy="3401568"/>
          </a:xfrm>
          <a:prstGeom prst="roundRect">
            <a:avLst>
              <a:gd name="adj" fmla="val 1882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2121408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651760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2587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182112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31181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visualizations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3712464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" y="36484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4242816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1033272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Vitest · Testing Library · 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3977640" cy="3401568"/>
          </a:xfrm>
          <a:prstGeom prst="roundRect">
            <a:avLst>
              <a:gd name="adj" fmla="val 1882"/>
            </a:avLst>
          </a:prstGeom>
          <a:solidFill>
            <a:srgbClr val="1A1535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554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910328" y="2121408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5193792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 — layered: routes / controllers / services / repositories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0328" y="2651760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2587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(Sequelize) · MongoDB for chat &amp; logs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10328" y="3182112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4" name="Text 22"/>
          <p:cNvSpPr/>
          <p:nvPr/>
        </p:nvSpPr>
        <p:spPr>
          <a:xfrm>
            <a:off x="5193792" y="31181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alongside REST · WebSockets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0328" y="3712464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5193792" y="36484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(local + OAuth) · Hugging Face inference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0328" y="4242816"/>
            <a:ext cx="164592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8" name="Text 26"/>
          <p:cNvSpPr/>
          <p:nvPr/>
        </p:nvSpPr>
        <p:spPr>
          <a:xfrm>
            <a:off x="5193792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Jest · Supertest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716786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r>
              <a:rPr lang="en-US" sz="5600" b="1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front row seats to the best events.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03320" y="3703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719</Words>
  <Application>Microsoft Macintosh PowerPoint</Application>
  <PresentationFormat>On-screen Show (16:9)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FrontRow — Product Presentation</dc:title>
  <dc:subject>PptxGenJS Presentation</dc:subject>
  <dc:creator>FrontRow</dc:creator>
  <cp:lastModifiedBy>Berbecar David</cp:lastModifiedBy>
  <cp:revision>2</cp:revision>
  <dcterms:created xsi:type="dcterms:W3CDTF">2026-06-11T17:18:22Z</dcterms:created>
  <dcterms:modified xsi:type="dcterms:W3CDTF">2026-06-11T17:51:18Z</dcterms:modified>
</cp:coreProperties>
</file>